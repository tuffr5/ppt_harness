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1F4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058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10161F"/>
                </a:solidFill>
                <a:latin typeface="Avenir Next"/>
              </a:rPr>
              <a:t>Brand template</a:t>
            </a:r>
          </a:p>
          <a:p>
            <a:r>
              <a:rPr sz="2000">
                <a:solidFill>
                  <a:srgbClr val="1F2A37"/>
                </a:solidFill>
                <a:latin typeface="Avenir Next"/>
              </a:rPr>
              <a:t>Palette, type and grid live here. Slides do not — start a deck with `serve --from` and none of this slide comes with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rand">
  <a:themeElements>
    <a:clrScheme name="Brand">
      <a:dk1>
        <a:srgbClr val="10161F"/>
      </a:dk1>
      <a:lt1>
        <a:srgbClr val="FFFFFF"/>
      </a:lt1>
      <a:dk2>
        <a:srgbClr val="1F2A37"/>
      </a:dk2>
      <a:lt2>
        <a:srgbClr val="F1F5F9"/>
      </a:lt2>
      <a:accent1>
        <a:srgbClr val="1F4FD8"/>
      </a:accent1>
      <a:accent2>
        <a:srgbClr val="0CA678"/>
      </a:accent2>
      <a:accent3>
        <a:srgbClr val="F59F00"/>
      </a:accent3>
      <a:accent4>
        <a:srgbClr val="E8590C"/>
      </a:accent4>
      <a:accent5>
        <a:srgbClr val="7048E8"/>
      </a:accent5>
      <a:accent6>
        <a:srgbClr val="1098AD"/>
      </a:accent6>
      <a:hlink>
        <a:srgbClr val="1F4FD8"/>
      </a:hlink>
      <a:folHlink>
        <a:srgbClr val="7048E8"/>
      </a:folHlink>
    </a:clrScheme>
    <a:fontScheme name="Brand">
      <a:majorFont>
        <a:latin typeface="Avenir Next"/>
        <a:ea typeface=""/>
        <a:cs typeface=""/>
      </a:majorFont>
      <a:minorFont>
        <a:latin typeface="Avenir Next"/>
        <a:ea typeface=""/>
        <a:cs typeface=""/>
      </a:minorFont>
    </a:fontScheme>
    <a:fmtScheme name="Brand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19050">
          <a:solidFill>
            <a:schemeClr val="phClr"/>
          </a:solidFill>
        </a:ln>
        <a:ln w="2857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